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Kernel Trick là gì?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Dữ liệu thực tế hiếm khi phân tách tuyến tính</a:t>
            </a:r>
          </a:p>
          <a:p>
            <a:r>
              <a:t>• Linear SVM không xử lý được dữ liệu hình tròn, xoắn ốc</a:t>
            </a:r>
          </a:p>
          <a:p>
            <a:r>
              <a:t>• Kernel Trick ánh xạ dữ liệu sang không gian cao chiều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Bản chất Kernel 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Ánh xạ φ(x) sang không gian đặc trưng cao hơn</a:t>
            </a:r>
          </a:p>
          <a:p>
            <a:r>
              <a:t>• Không tính trực tiếp φ(x)</a:t>
            </a:r>
          </a:p>
          <a:p>
            <a:r>
              <a:t>• Dùng K(xi, xj) = φ(xi)ᵀφ(xj)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K(x, y) = xᵀy</a:t>
            </a:r>
          </a:p>
          <a:p>
            <a:r>
              <a:t>• Nhanh, đơn giản</a:t>
            </a:r>
          </a:p>
          <a:p>
            <a:r>
              <a:t>• Dùng cho dữ liệu tuyến tính</a:t>
            </a:r>
          </a:p>
          <a:p>
            <a:r>
              <a:t>• Phân loại văn bản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Polynomial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K(x, y) = (γxᵀy + r)^d</a:t>
            </a:r>
          </a:p>
          <a:p>
            <a:r>
              <a:t>• Quan hệ phi tuyến bậc d</a:t>
            </a:r>
          </a:p>
          <a:p>
            <a:r>
              <a:t>• Dễ overfitting nếu d lớn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RBF (Gaussian)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K(x, y) = exp(-γ||x − y||²)</a:t>
            </a:r>
          </a:p>
          <a:p>
            <a:r>
              <a:t>• Phổ biến nhất</a:t>
            </a:r>
          </a:p>
          <a:p>
            <a:r>
              <a:t>• Ánh xạ vô hạn chiều</a:t>
            </a:r>
          </a:p>
          <a:p>
            <a:r>
              <a:t>• γ lớn → overfitting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Sigmoid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K(x, y) = tanh(γxᵀy + r)</a:t>
            </a:r>
          </a:p>
          <a:p>
            <a:r>
              <a:t>• Tương tự Neural Network</a:t>
            </a:r>
          </a:p>
          <a:p>
            <a:r>
              <a:t>• Ít dùng trong thực tế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Cách chọn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Nhiều feature → Linear</a:t>
            </a:r>
          </a:p>
          <a:p>
            <a:r>
              <a:t>• Phi tuyến, không rõ dạng → RBF</a:t>
            </a:r>
          </a:p>
          <a:p>
            <a:r>
              <a:t>• Có cấu trúc → Polynomial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Ưu điểm Kernel 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Xử lý phi tuyến mạnh</a:t>
            </a:r>
          </a:p>
          <a:p>
            <a:r>
              <a:t>• Không cần ánh xạ trực tiếp</a:t>
            </a:r>
          </a:p>
          <a:p>
            <a:r>
              <a:t>• Hiệu quả trong không gian cao chiều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Hạn chế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Tốn tài nguyên</a:t>
            </a:r>
          </a:p>
          <a:p>
            <a:r>
              <a:t>• Nhạy cảm với tham số</a:t>
            </a:r>
          </a:p>
          <a:p>
            <a:r>
              <a:t>• Khó giải thích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Kernel Trick là nền tảng SVM phi tuyến</a:t>
            </a:r>
          </a:p>
          <a:p>
            <a:r>
              <a:t>• Biến bài toán phức tạp thành tuyến tính</a:t>
            </a:r>
          </a:p>
          <a:p>
            <a:r>
              <a:t>• Ứng dụng rộng rãi trong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